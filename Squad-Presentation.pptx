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73152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05840"/>
            <a:ext cx="365760" cy="3657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463040"/>
            <a:ext cx="320040" cy="3200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Squad</a:t>
            </a:r>
            <a:endParaRPr lang="en-US" sz="5400" dirty="0"/>
          </a:p>
        </p:txBody>
      </p:sp>
      <p:sp>
        <p:nvSpPr>
          <p:cNvPr id="7" name="Text 2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Teams for Any Project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A team that grows with your code.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3152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 Enns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Coding Assistants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zero. No memory of your architecture, conventions, or past decisions.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5448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57600" y="2788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assistant, one task at a time. No parallelism. You are the bottleneck and the router.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55448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788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does everything — frontend, backend, testing, docs. No role expertise or separation of concerns.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Squad?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gives you an AI development team through GitHub Copilot. Describe what you're building. Get a team of specialists that live in your repo as files.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657600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26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your codebase across sessions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651760"/>
            <a:ext cx="3657600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926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778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 simultaneously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3931920"/>
            <a:ext cx="3657600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06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Git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544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state is committed — anyone who clones gets the team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54880" y="3931920"/>
            <a:ext cx="3657600" cy="10515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206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Roles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7784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frontend, backend, tester — each with their own expertise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463040" cy="12801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the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65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1828800" cy="1828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6888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work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agents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handoffs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2011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1732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4173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Lead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2185416"/>
            <a:ext cx="2011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2185416"/>
            <a:ext cx="54864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21854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46320" y="2953512"/>
            <a:ext cx="2011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2953512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29535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Backend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846320" y="3721608"/>
            <a:ext cx="2011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3721608"/>
            <a:ext cx="54864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3721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037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7406640" y="1828800"/>
            <a:ext cx="1463040" cy="1645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96596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0664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written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logged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git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846320" y="4526280"/>
            <a:ext cx="201168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4"/>
          <p:cNvSpPr/>
          <p:nvPr/>
        </p:nvSpPr>
        <p:spPr>
          <a:xfrm>
            <a:off x="484632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All in parallel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Squad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688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Lead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code review,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decisions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4688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50876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 Dev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UI, components,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logic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4688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50876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Backend Dev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database, server,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24688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92608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E2E tests, quality,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926080"/>
            <a:ext cx="24688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92608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Scribe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memory manager,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decisions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4688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292608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Ralph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monitor, backlog,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polling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cast from a single fictional universe — persistent across sessions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Lives in Your Repo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291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.squad/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team.md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roster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routing.md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who handles what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decisions.md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shared brain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ceremonies.md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sprint rituals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agents/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└── {name}/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├── charter.md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identity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└── history.md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learnings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skills/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reusable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casting/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name 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log/</a:t>
            </a:r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session archive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463040"/>
            <a:ext cx="54864" cy="9601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691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Git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clones your repo gets the team — with all their accumulated knowledge.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56032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560320"/>
            <a:ext cx="54864" cy="9601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session, agents write learnings to history.md. They stop asking questions they've already answered.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365760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3657600"/>
            <a:ext cx="54864" cy="9601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886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State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logs are append-only. Merge-safe across branches via union merge driver.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224028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603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@bradygaster/squad-cli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squad init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.squad/ directory with team.md, routing, templates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50876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17373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51960" y="1783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Copilot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2468880"/>
            <a:ext cx="224028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25603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--agent squad --yolo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3840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Copilot CLI or VS Code Chat with Squad agent selected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50876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1783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&amp; Go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0" y="2468880"/>
            <a:ext cx="224028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5603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 up the team. I'm building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pizza ordering app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and TypeScript."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840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proposes a team. Say yes. They're ready to 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Time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Squad in action on a real project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team  •  Routing work to agents  •  Parallel execution  •  Persistent memory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Squad — AI Agent Teams for Any Project</dc:title>
  <dc:subject>PptxGenJS Presentation</dc:subject>
  <dc:creator>AJ Enns</dc:creator>
  <cp:lastModifiedBy>AJ Enns</cp:lastModifiedBy>
  <cp:revision>1</cp:revision>
  <dcterms:created xsi:type="dcterms:W3CDTF">2026-04-13T15:29:41Z</dcterms:created>
  <dcterms:modified xsi:type="dcterms:W3CDTF">2026-04-13T15:29:41Z</dcterms:modified>
</cp:coreProperties>
</file>